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75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1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32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6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12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51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42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8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40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54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349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6032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243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832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954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03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2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FC48E25-D368-49D6-80C5-6945A3C21CDF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49E0C-03DA-4B77-A62A-D301D74A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599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DBD2-170C-2497-F682-88C99730A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179" y="1748590"/>
            <a:ext cx="10972800" cy="2807369"/>
          </a:xfrm>
        </p:spPr>
        <p:txBody>
          <a:bodyPr/>
          <a:lstStyle/>
          <a:p>
            <a:pPr algn="ctr"/>
            <a:r>
              <a:rPr lang="en-IN" sz="5400" b="1" dirty="0"/>
              <a:t>Credit Card Fraud Detection with Machine Learning</a:t>
            </a:r>
            <a:br>
              <a:rPr lang="en-IN" sz="4800" b="1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2621E-26D2-DD22-82AC-8343AE277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7474" y="5317958"/>
            <a:ext cx="5534526" cy="1219200"/>
          </a:xfrm>
        </p:spPr>
        <p:txBody>
          <a:bodyPr>
            <a:normAutofit fontScale="40000" lnSpcReduction="20000"/>
          </a:bodyPr>
          <a:lstStyle/>
          <a:p>
            <a:endParaRPr lang="en-IN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0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IN" sz="6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0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pawan</a:t>
            </a:r>
            <a:r>
              <a:rPr lang="en-IN" sz="6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&amp;  </a:t>
            </a:r>
            <a:r>
              <a:rPr lang="en-IN" sz="60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payal</a:t>
            </a:r>
            <a:r>
              <a:rPr lang="en-IN" sz="6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0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baisla</a:t>
            </a:r>
            <a:br>
              <a:rPr lang="en-IN" sz="6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0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roll-no. </a:t>
            </a:r>
            <a:r>
              <a:rPr lang="en-IN" sz="6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cse-23/072  &amp;  cse-23/073</a:t>
            </a:r>
          </a:p>
        </p:txBody>
      </p:sp>
    </p:spTree>
    <p:extLst>
      <p:ext uri="{BB962C8B-B14F-4D97-AF65-F5344CB8AC3E}">
        <p14:creationId xmlns:p14="http://schemas.microsoft.com/office/powerpoint/2010/main" val="285970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7927-453A-1BC8-DD2E-8BFE17F8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0DD94-4BB9-E19E-34AE-D4CE3D59D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 </a:t>
            </a:r>
            <a:endParaRPr lang="en-IN" dirty="0"/>
          </a:p>
          <a:p>
            <a:pPr lvl="0"/>
            <a:r>
              <a:rPr lang="en-IN" dirty="0"/>
              <a:t>Online transactions are increasing rapidly.</a:t>
            </a:r>
          </a:p>
          <a:p>
            <a:pPr lvl="0"/>
            <a:r>
              <a:rPr lang="en-IN" dirty="0"/>
              <a:t>With this, </a:t>
            </a:r>
            <a:r>
              <a:rPr lang="en-IN" b="1" dirty="0"/>
              <a:t>credit card fraud</a:t>
            </a:r>
            <a:r>
              <a:rPr lang="en-IN" dirty="0"/>
              <a:t> has become a major issue.</a:t>
            </a:r>
          </a:p>
          <a:p>
            <a:pPr lvl="0"/>
            <a:r>
              <a:rPr lang="en-IN" dirty="0"/>
              <a:t>Goal: Detect fraudulent transactions using </a:t>
            </a:r>
            <a:r>
              <a:rPr lang="en-IN" b="1" dirty="0"/>
              <a:t>machine learning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Prototype built using </a:t>
            </a:r>
            <a:r>
              <a:rPr lang="en-IN" b="1" dirty="0"/>
              <a:t>Logistic Regression + </a:t>
            </a:r>
            <a:r>
              <a:rPr lang="en-IN" b="1" dirty="0" err="1"/>
              <a:t>Streamlit</a:t>
            </a:r>
            <a:r>
              <a:rPr lang="en-IN" b="1" dirty="0"/>
              <a:t> App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966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C164-5446-32C5-E8EB-C13066EA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D1095-163F-BE60-7045-1B714DCF5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ML model for fraud detection.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(legit &gt;&gt; fraud).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 on training &amp; test data.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web app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46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89AF-7927-41AF-AEE9-87394C6F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7C3A4-279E-95C3-ABB5-381BD4793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methods: Rule-based/manual checking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&amp; less accurate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methods: Logistic Regression, Decision Trees, Neural Networks.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interpretable, and effective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binary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600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F9CF-CB60-8379-589F-59B458E1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A00AA-D9B9-4089-E57C-2FCC5AB2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Credit Card Dataset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V1–V28 (anonymized PCA features)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Amount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Legitimate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Fraudulent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imbalanced → required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66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DD9A-A2C0-60BF-5F3D-4AEE9BAC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E6D0-BF21-02A4-6DB7-2BAF84484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preprocess dataset.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data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 (80:20).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Logistic Regression model.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accuracy.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for user interaction.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2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D82D-2702-FA9E-5E27-1FF772DA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Development</a:t>
            </a: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0B2C7-6176-F2F2-B5E4-00A86BEF1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model.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with input fields.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→ Model Prediction → Output: Legitimate / Fraudulent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39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242C-E1CA-CD88-D45C-D2CA8782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EF5F-A733-3090-D335-4A1157787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IN" b="1" dirty="0"/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(programming)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handling)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(ML model)</a:t>
            </a:r>
          </a:p>
          <a:p>
            <a:pPr lvl="0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(UI prototype)</a:t>
            </a:r>
          </a:p>
          <a:p>
            <a:pPr lvl="0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/VS 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(development environment)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19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65EE-1EE9-1EAF-513A-921A302F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948C1-1534-FB29-97DE-5D2891F3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successfully.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on training &amp; testing sets.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shows predictions in real time: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Legitimate transaction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Fraudulent transaction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716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53DD-6E9B-DA50-49DF-60C1E0AD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B2254-4BC2-116C-7F3A-4769656D8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effective ML model.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 in finance.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27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B9B2-9394-3D62-0F39-1CA6B7C8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8A9F8-489E-D19D-0353-5F72128D0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Logistic Regression used (basic model).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must enter 30 features manually.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anonymized, not exact real-world fields.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812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634D8-5045-AE21-576C-E3A8D891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E40CA-640B-20A8-B844-26A9439FB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(Random Forest,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Deep Learning).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upload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files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live fraud prevention.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59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14E6-4F6F-5BA6-6076-588D462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CA3FD-2D3A-8196-E727-5DAA822DB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effectively detect fraud.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prototype works well.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shows potential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financial security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905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958A-B67F-35CA-11A5-C0F0D9CF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3BCF6-BE1D-02B6-5B02-356CA04C3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Credit Card Fraud Detection Dataset.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Documentation.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ML in Fraud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1115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</TotalTime>
  <Words>427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Century Gothic</vt:lpstr>
      <vt:lpstr>Times New Roman</vt:lpstr>
      <vt:lpstr>Wingdings 3</vt:lpstr>
      <vt:lpstr>Ion</vt:lpstr>
      <vt:lpstr>Credit Card Fraud Detection with Machine Learning </vt:lpstr>
      <vt:lpstr>Introduction</vt:lpstr>
      <vt:lpstr>Objectives </vt:lpstr>
      <vt:lpstr>Literature Review </vt:lpstr>
      <vt:lpstr>Dataset </vt:lpstr>
      <vt:lpstr>Methodology </vt:lpstr>
      <vt:lpstr>Prototype Development </vt:lpstr>
      <vt:lpstr>Tools &amp; Technologies </vt:lpstr>
      <vt:lpstr>Results </vt:lpstr>
      <vt:lpstr>Advantages </vt:lpstr>
      <vt:lpstr>Limitations </vt:lpstr>
      <vt:lpstr>Future Scope </vt:lpstr>
      <vt:lpstr>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Payal Baisla</dc:creator>
  <cp:lastModifiedBy>Payal Baisla</cp:lastModifiedBy>
  <cp:revision>1</cp:revision>
  <dcterms:created xsi:type="dcterms:W3CDTF">2025-09-09T08:42:03Z</dcterms:created>
  <dcterms:modified xsi:type="dcterms:W3CDTF">2025-09-09T09:07:14Z</dcterms:modified>
</cp:coreProperties>
</file>